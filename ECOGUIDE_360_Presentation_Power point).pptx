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9467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5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68680" cy="86868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5" name="Image 0" descr="/home/claude/ecoguide/icons/r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99669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DÉCHETS &amp; COMPORTEMENTS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ECOGUIDE 360°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le bon geste plus facile que le mauvais.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389120"/>
            <a:ext cx="1097280" cy="0"/>
          </a:xfrm>
          <a:prstGeom prst="line">
            <a:avLst/>
          </a:prstGeom>
          <a:noFill/>
          <a:ln w="38100">
            <a:solidFill>
              <a:srgbClr val="FFB70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intelligent de tri guidé</a:t>
            </a:r>
            <a:endParaRPr lang="en-US" sz="15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77781C2-0F98-F107-4F55-413250985496}"/>
              </a:ext>
            </a:extLst>
          </p:cNvPr>
          <p:cNvSpPr txBox="1"/>
          <p:nvPr/>
        </p:nvSpPr>
        <p:spPr>
          <a:xfrm>
            <a:off x="5806440" y="4842747"/>
            <a:ext cx="8049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Membres de l’équipe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FA5A651-B43E-5FDD-E691-C43661B86436}"/>
              </a:ext>
            </a:extLst>
          </p:cNvPr>
          <p:cNvSpPr txBox="1"/>
          <p:nvPr/>
        </p:nvSpPr>
        <p:spPr>
          <a:xfrm>
            <a:off x="5950528" y="5342080"/>
            <a:ext cx="80494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1 – DJOSSOU M Donald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2 – DOSSOU Alex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3 – CHANGOTADE Junior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" name="Image 0" descr="/home/claude/ecoguide/icons/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638708"/>
            <a:ext cx="331927" cy="3319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840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208276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8" name="Image 1" descr="/home/claude/ecoguide/icons/b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2350008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19202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déchets peuvent être mal déposés, mélangés ou laissés hors des points prévus.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333756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68680" y="3625596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2" name="Image 2" descr="/home/claude/ecoguide/icons/h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2" y="3767328"/>
            <a:ext cx="283464" cy="2834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37360" y="333756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tri demande une action simple mais le bon geste n'est pas toujours le plus facile.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48640" y="475488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68680" y="5042916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6" name="Image 3" descr="/home/claude/ecoguide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2" y="5184648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37360" y="475488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agir sur l'expérience de l'utilisateur au moment du dépôt.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ECOGUIDE 360°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1831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" name="Image 0" descr="/home/claude/ecoguide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638708"/>
            <a:ext cx="331927" cy="3319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840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ECOGUIDE 360° est une station intelligente de tri guidé.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08076" y="22402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933956" y="2560320"/>
            <a:ext cx="731520" cy="731520"/>
          </a:xfrm>
          <a:prstGeom prst="ellipse">
            <a:avLst/>
          </a:prstGeom>
          <a:solidFill>
            <a:srgbClr val="3A7CA5"/>
          </a:solidFill>
          <a:ln/>
        </p:spPr>
      </p:sp>
      <p:pic>
        <p:nvPicPr>
          <p:cNvPr id="9" name="Image 1" descr="/home/claude/ecoguide/icons/bott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548" y="272491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8076" y="3474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PLASTIQUE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979676" y="3886200"/>
            <a:ext cx="640080" cy="0"/>
          </a:xfrm>
          <a:prstGeom prst="line">
            <a:avLst/>
          </a:prstGeom>
          <a:noFill/>
          <a:ln w="31750">
            <a:solidFill>
              <a:srgbClr val="3A7CA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402836" y="22402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28716" y="2560320"/>
            <a:ext cx="731520" cy="731520"/>
          </a:xfrm>
          <a:prstGeom prst="ellipse">
            <a:avLst/>
          </a:prstGeom>
          <a:solidFill>
            <a:srgbClr val="D98E04"/>
          </a:solidFill>
          <a:ln/>
        </p:spPr>
      </p:sp>
      <p:pic>
        <p:nvPicPr>
          <p:cNvPr id="14" name="Image 2" descr="/home/claude/ecoguide/icons/la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3308" y="272491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02836" y="3474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774436" y="3886200"/>
            <a:ext cx="640080" cy="0"/>
          </a:xfrm>
          <a:prstGeom prst="line">
            <a:avLst/>
          </a:prstGeom>
          <a:noFill/>
          <a:ln w="31750">
            <a:solidFill>
              <a:srgbClr val="D98E0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197596" y="22402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523476" y="2560320"/>
            <a:ext cx="731520" cy="731520"/>
          </a:xfrm>
          <a:prstGeom prst="ellipse">
            <a:avLst/>
          </a:prstGeom>
          <a:solidFill>
            <a:srgbClr val="588157"/>
          </a:solidFill>
          <a:ln/>
        </p:spPr>
      </p:sp>
      <p:pic>
        <p:nvPicPr>
          <p:cNvPr id="19" name="Image 3" descr="/home/claude/ecoguide/icons/lea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8068" y="2724912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97596" y="3474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ORGANIQUE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9569196" y="3886200"/>
            <a:ext cx="640080" cy="0"/>
          </a:xfrm>
          <a:prstGeom prst="line">
            <a:avLst/>
          </a:prstGeom>
          <a:noFill/>
          <a:ln w="31750">
            <a:solidFill>
              <a:srgbClr val="588157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détecte, guide, ouvre le bon compartiment et surveille le remplissage.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ECOGUIDE 360°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831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" name="Image 0" descr="/home/claude/ecoguide/icons/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638708"/>
            <a:ext cx="331927" cy="3319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840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 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85216" y="1828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3816" y="205740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813816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13816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la personne.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34256" y="1828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62856" y="205740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2" name="Text 9"/>
          <p:cNvSpPr/>
          <p:nvPr/>
        </p:nvSpPr>
        <p:spPr>
          <a:xfrm>
            <a:off x="4562856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62856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la catégorie sur les boutons.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083296" y="1828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11896" y="205740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3"/>
          <p:cNvSpPr/>
          <p:nvPr/>
        </p:nvSpPr>
        <p:spPr>
          <a:xfrm>
            <a:off x="8311896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311896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automatique du compartiment.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85216" y="38862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3816" y="411480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0" name="Text 17"/>
          <p:cNvSpPr/>
          <p:nvPr/>
        </p:nvSpPr>
        <p:spPr>
          <a:xfrm>
            <a:off x="813816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13816" y="47548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du déchet.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334256" y="38862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62856" y="411480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4" name="Text 21"/>
          <p:cNvSpPr/>
          <p:nvPr/>
        </p:nvSpPr>
        <p:spPr>
          <a:xfrm>
            <a:off x="4562856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562856" y="47548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Fermeture automatique.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8083296" y="38862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311896" y="411480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8" name="Text 25"/>
          <p:cNvSpPr/>
          <p:nvPr/>
        </p:nvSpPr>
        <p:spPr>
          <a:xfrm>
            <a:off x="8311896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311896" y="47548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du niveau de remplissage.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ECOGUIDE 360°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1831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" name="Image 0" descr="/home/claude/ecoguide/icons/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638708"/>
            <a:ext cx="331927" cy="3319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840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157984"/>
            <a:ext cx="530352" cy="53035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8" name="Image 1" descr="/home/claude/ecoguide/icons/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2290572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82880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r>
              <a:rPr lang="en-US" sz="14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unité centrale de commande.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63640" y="182880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92240" y="2157984"/>
            <a:ext cx="530352" cy="53035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2" name="Image 2" descr="/home/claude/ecoguide/icons/w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2290572"/>
            <a:ext cx="265176" cy="2651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182880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capteurs ultrasoniques</a:t>
            </a:r>
            <a:r>
              <a:rPr lang="en-US" sz="14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1 présence + 3 niveaux.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48640" y="329184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77240" y="3621024"/>
            <a:ext cx="530352" cy="53035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6" name="Image 3" descr="/home/claude/ecoguide/icons/sc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" y="3753612"/>
            <a:ext cx="265176" cy="26517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329184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16×2 I2C</a:t>
            </a:r>
            <a:r>
              <a:rPr lang="en-US" sz="14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informations et consignes.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263640" y="329184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92240" y="3621024"/>
            <a:ext cx="530352" cy="53035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0" name="Image 4" descr="/home/claude/ecoguide/icons/ge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828" y="3753612"/>
            <a:ext cx="265176" cy="26517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78040" y="329184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servomoteurs</a:t>
            </a:r>
            <a:r>
              <a:rPr lang="en-US" sz="14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ouverture des compartiments.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548640" y="4754880"/>
            <a:ext cx="5349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77240" y="5084064"/>
            <a:ext cx="530352" cy="53035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4" name="Image 5" descr="/home/claude/ecoguide/icons/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" y="5216652"/>
            <a:ext cx="265176" cy="26517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63040" y="475488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boutons + LED + buzzer</a:t>
            </a:r>
            <a:r>
              <a:rPr lang="en-US" sz="14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interaction et alertes.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ECOGUIDE 360°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1831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" name="Image 0" descr="/home/claude/ecoguide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638708"/>
            <a:ext cx="331927" cy="3319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840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serveur &amp; données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prototype n'est pas isolé : il est relié à un serveur qui stocke et affiche les données.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96696" y="2331720"/>
            <a:ext cx="28803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89404" y="2587752"/>
            <a:ext cx="694944" cy="69494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9" name="Image 1" descr="/home/claude/ecoguide/icons/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5766" y="2744114"/>
            <a:ext cx="382219" cy="3822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96696" y="33832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96696" y="372160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connecté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271016" y="40873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+ servomoteurs</a:t>
            </a:r>
            <a:endParaRPr lang="en-US" sz="11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les mesures au serveur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950208" y="3566160"/>
            <a:ext cx="630936" cy="0"/>
          </a:xfrm>
          <a:prstGeom prst="line">
            <a:avLst/>
          </a:prstGeom>
          <a:noFill/>
          <a:ln w="317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654296" y="2331720"/>
            <a:ext cx="28803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47004" y="2587752"/>
            <a:ext cx="694944" cy="69494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6" name="Image 2" descr="/home/claude/ecoguide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3366" y="2744114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54296" y="33832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654296" y="372160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serveur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928616" y="40873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« devices »</a:t>
            </a:r>
            <a:endParaRPr lang="en-US" sz="11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« measurements »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607808" y="3566160"/>
            <a:ext cx="630936" cy="0"/>
          </a:xfrm>
          <a:prstGeom prst="line">
            <a:avLst/>
          </a:prstGeom>
          <a:noFill/>
          <a:ln w="317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8311896" y="2331720"/>
            <a:ext cx="28803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404604" y="2587752"/>
            <a:ext cx="694944" cy="69494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3" name="Image 3" descr="/home/claude/ecoguide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0966" y="2744114"/>
            <a:ext cx="382219" cy="38221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311896" y="33832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8311896" y="372160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Hébergé sur Netlify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586216" y="40873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 temps réel</a:t>
            </a:r>
            <a:endParaRPr lang="en-US" sz="11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depuis le web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(Supabase) prouve que chaque mesure envoyée par l'ESP32 est enregistrée, historisée et consultable à distance via le dashboard déployé sur Netlify.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ECOGUIDE 360°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1831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" name="Image 0" descr="/home/claude/ecogui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638708"/>
            <a:ext cx="331927" cy="3319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840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prototype apporte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8" name="Image 1" descr="/home/claude/ecoguide/icons/h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2297430"/>
            <a:ext cx="297180" cy="2971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8346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interaction très simple pour faciliter le tri.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263640" y="187452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37960" y="214884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2" name="Image 2" descr="/home/claude/ecoguide/icons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229743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37960" y="28346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ouverture guidée du compartiment choisi.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48640" y="379476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6" name="Image 3" descr="/home/claude/ecoguide/icons/gau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421767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2960" y="4754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suivi séparé du remplissage des trois compartiments.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263640" y="379476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537960" y="4069080"/>
            <a:ext cx="594360" cy="5943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0" name="Image 4" descr="/home/claude/ecoguide/icons/lay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6550" y="4217670"/>
            <a:ext cx="297180" cy="2971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37960" y="4754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évolutive pour une gestion plus organisée de la collecte.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ECOGUIDE 360°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1831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" name="Image 0" descr="/home/claude/ecoguide/icons/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638708"/>
            <a:ext cx="331927" cy="3319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840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106424" y="2249424"/>
            <a:ext cx="0" cy="3364992"/>
          </a:xfrm>
          <a:prstGeom prst="line">
            <a:avLst/>
          </a:prstGeom>
          <a:noFill/>
          <a:ln w="25400">
            <a:solidFill>
              <a:srgbClr val="2D6A4F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600200" y="1984248"/>
            <a:ext cx="99669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74520" y="1984248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Approcher une personne → détection.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2960" y="2807208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807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600200" y="2825496"/>
            <a:ext cx="99669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74520" y="2825496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« Plastique » → ouverture.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22960" y="3648456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648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600200" y="3666744"/>
            <a:ext cx="99669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874520" y="3666744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Déposer une bouteille → fermeture.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822960" y="4489704"/>
            <a:ext cx="566928" cy="5669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4489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600200" y="4507992"/>
            <a:ext cx="99669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74520" y="4507992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le niveau du compartiment.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822960" y="5330952"/>
            <a:ext cx="566928" cy="56692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5330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600200" y="5349240"/>
            <a:ext cx="99669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874520" y="534924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le principe d'alerte lorsqu'un seuil est atteint.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ECOGUIDE 360°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1831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" name="Image 0" descr="/home/claude/ecogui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638708"/>
            <a:ext cx="331927" cy="3319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840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Publics et lieux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857500" y="214884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8" name="Image 1" descr="/home/claude/ecoguide/icons/scho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092" y="231343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0175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Écoles et universités.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263640" y="187452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572500" y="214884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2" name="Image 2" descr="/home/claude/ecoguide/icons/st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7092" y="231343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37960" y="30175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et espaces commerciaux.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48640" y="393192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2857500" y="420624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6" name="Image 3" descr="/home/claude/ecoguide/icons/c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2092" y="4370832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2960" y="50749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Quartiers et espaces publics.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263640" y="393192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572500" y="4206240"/>
            <a:ext cx="731520" cy="7315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0" name="Image 4" descr="/home/claude/ecoguide/icons/build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7092" y="4370832"/>
            <a:ext cx="402336" cy="40233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37960" y="50749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Entreprises, associations et sites à forte fréquentation.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ECOGUIDE 360°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1831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" name="Image 0" descr="/home/claude/ecoguide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638708"/>
            <a:ext cx="331927" cy="3319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840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et limites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1B4332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8" name="Image 1" descr="/home/claude/ecogui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3317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8680" y="3017520"/>
            <a:ext cx="4709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guidé, ouverture automatisée et suivi individuel du remplissage.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263640" y="187452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83680" y="2194560"/>
            <a:ext cx="548640" cy="548640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13" name="Image 2" descr="/home/claude/ecoguide/icons/triang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23317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69480" y="21945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1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ACTUELLES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583680" y="3118104"/>
            <a:ext cx="109728" cy="10972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6" name="Text 11"/>
          <p:cNvSpPr/>
          <p:nvPr/>
        </p:nvSpPr>
        <p:spPr>
          <a:xfrm>
            <a:off x="6858000" y="297180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type de déchet est choisi par l'utilisateur.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583680" y="3986784"/>
            <a:ext cx="109728" cy="10972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8" name="Text 13"/>
          <p:cNvSpPr/>
          <p:nvPr/>
        </p:nvSpPr>
        <p:spPr>
          <a:xfrm>
            <a:off x="6858000" y="38404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prototype ne réalise pas encore de reconnaissance automatique de matière.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583680" y="4855464"/>
            <a:ext cx="109728" cy="10972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0" name="Text 15"/>
          <p:cNvSpPr/>
          <p:nvPr/>
        </p:nvSpPr>
        <p:spPr>
          <a:xfrm>
            <a:off x="6858000" y="470916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seuils de remplissage doivent être calibrés selon la structure réelle.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ECOGUIDE 360°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1831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03504" cy="603504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3" name="Image 0" descr="/home/claude/ecoguide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638708"/>
            <a:ext cx="331927" cy="3319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3840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Évolutions prévues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8" name="Image 1" descr="/home/claude/ecoguide/icons/wif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2297430"/>
            <a:ext cx="297180" cy="2971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8346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Wi-Fi et tableau de bord.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263640" y="187452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37960" y="2148840"/>
            <a:ext cx="594360" cy="59436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2" name="Image 2" descr="/home/claude/ecoguide/icons/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229743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37960" y="28346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à distance pour les responsables.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48640" y="379476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6" name="Image 3" descr="/home/claude/ecoguide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4217670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2960" y="4754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et statistiques de remplissage.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263640" y="379476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BE3"/>
            </a:solidFill>
            <a:prstDash val="solid"/>
          </a:ln>
          <a:effectLst>
            <a:outerShdw blurRad="101600" dist="38100" dir="5400000" algn="bl" rotWithShape="0">
              <a:srgbClr val="1B4332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537960" y="4069080"/>
            <a:ext cx="594360" cy="59436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0" name="Image 4" descr="/home/claude/ecoguide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6550" y="4217670"/>
            <a:ext cx="297180" cy="2971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37960" y="4754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Boîtier plus robuste et adaptation à différents sites.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ECOGUIDE 360°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1831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685800" cy="6858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4" name="Image 0" descr="/home/claude/ecoguide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" y="840105"/>
            <a:ext cx="377190" cy="3771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640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645920" y="868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68680" y="2231136"/>
            <a:ext cx="128016" cy="128016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21031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tri ne doit pas être compliqué pour être adopté.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3008376"/>
            <a:ext cx="128016" cy="128016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88036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ECOGUIDE 360° accompagne l'utilisateur au moment du dépôt.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22960" y="3657600"/>
            <a:ext cx="10332720" cy="1280160"/>
          </a:xfrm>
          <a:prstGeom prst="roundRect">
            <a:avLst>
              <a:gd name="adj" fmla="val 7143"/>
            </a:avLst>
          </a:prstGeom>
          <a:solidFill>
            <a:srgbClr val="2D6A4F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36576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ambition : rendre le bon geste plus simple, intuitif et accessible.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ECOGUIDE 360°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3112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4572000" cy="4572000"/>
          </a:xfrm>
          <a:prstGeom prst="ellipse">
            <a:avLst/>
          </a:prstGeom>
          <a:solidFill>
            <a:srgbClr val="2D6A4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371600"/>
            <a:ext cx="1005840" cy="10058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5" name="Image 0" descr="/home/claude/ecoguide/icons/r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724" y="15727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7432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ECOGUIDE 360°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Rendre le bon geste plus facile que le mauvais. »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545836" y="4206240"/>
            <a:ext cx="1097280" cy="0"/>
          </a:xfrm>
          <a:prstGeom prst="line">
            <a:avLst/>
          </a:prstGeom>
          <a:noFill/>
          <a:ln w="38100">
            <a:solidFill>
              <a:srgbClr val="FFB70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4348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325880" y="347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3402</TotalTime>
  <Words>600</Words>
  <Application>Microsoft Office PowerPoint</Application>
  <PresentationFormat>Grand écran</PresentationFormat>
  <Paragraphs>139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DJOSSOU</cp:lastModifiedBy>
  <cp:revision>3</cp:revision>
  <dcterms:created xsi:type="dcterms:W3CDTF">2026-09-22T12:36:02Z</dcterms:created>
  <dcterms:modified xsi:type="dcterms:W3CDTF">2026-09-24T21:19:44Z</dcterms:modified>
</cp:coreProperties>
</file>